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Resume Screening &amp; Candidate Ranking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FSP Project Presentation</a:t>
            </a:r>
          </a:p>
          <a:p>
            <a:r>
              <a:t>B.Tech CSE (AI)</a:t>
            </a:r>
          </a:p>
          <a:p>
            <a:r>
              <a:t>Student: 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resume screening is time-consuming</a:t>
            </a:r>
          </a:p>
          <a:p>
            <a:r>
              <a:t>• Large numbers of resumes are difficult to compare</a:t>
            </a:r>
          </a:p>
          <a:p>
            <a:r>
              <a:t>• Screening can be inconsistent</a:t>
            </a:r>
          </a:p>
          <a:p>
            <a:r>
              <a:t>• Recruiters need faster first-level shortlisting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initial resume screening</a:t>
            </a:r>
          </a:p>
          <a:p>
            <a:r>
              <a:t>• Extract useful resume information</a:t>
            </a:r>
          </a:p>
          <a:p>
            <a:r>
              <a:t>• Compare resume with job description</a:t>
            </a:r>
          </a:p>
          <a:p>
            <a:r>
              <a:t>• Calculate match score</a:t>
            </a:r>
          </a:p>
          <a:p>
            <a:r>
              <a:t>• Identify matched and missing skills</a:t>
            </a:r>
          </a:p>
          <a:p>
            <a:r>
              <a:t>• Rank candidates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Upload → Text Extraction → Skill Extraction → TF-IDF → Cosine Similarity → Match Score → Recommendation → Candidate Ranking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</a:t>
            </a:r>
          </a:p>
          <a:p>
            <a:r>
              <a:t>Backend: Python + Flask</a:t>
            </a:r>
          </a:p>
          <a:p>
            <a:r>
              <a:t>ML/NLP: Scikit-learn, TF-IDF</a:t>
            </a:r>
          </a:p>
          <a:p>
            <a:r>
              <a:t>PDF: PyPDF2</a:t>
            </a:r>
          </a:p>
          <a:p>
            <a:r>
              <a:t>Database: SQLite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Resume Upload</a:t>
            </a:r>
          </a:p>
          <a:p>
            <a:r>
              <a:t>2. Text Extraction</a:t>
            </a:r>
          </a:p>
          <a:p>
            <a:r>
              <a:t>3. Job Description Processing</a:t>
            </a:r>
          </a:p>
          <a:p>
            <a:r>
              <a:t>4. Skill Extraction</a:t>
            </a:r>
          </a:p>
          <a:p>
            <a:r>
              <a:t>5. Similarity Analysis</a:t>
            </a:r>
          </a:p>
          <a:p>
            <a:r>
              <a:t>6. Recommendation</a:t>
            </a:r>
          </a:p>
          <a:p>
            <a:r>
              <a:t>7. Candidate Ranking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AI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Resume and job description are converted to TF-IDF vectors</a:t>
            </a:r>
          </a:p>
          <a:p>
            <a:r>
              <a:t>• Cosine similarity compares the vectors</a:t>
            </a:r>
          </a:p>
          <a:p>
            <a:r>
              <a:t>• Similarity × 100 = displayed match score</a:t>
            </a:r>
          </a:p>
          <a:p>
            <a:r>
              <a:t>• Skills are compared to explain strengths and gaps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Candidate name/email detection</a:t>
            </a:r>
          </a:p>
          <a:p>
            <a:r>
              <a:t>• Match percentage</a:t>
            </a:r>
          </a:p>
          <a:p>
            <a:r>
              <a:t>• Highly Recommended / Recommended / Needs Review / Low Match</a:t>
            </a:r>
          </a:p>
          <a:p>
            <a:r>
              <a:t>• Matched skills</a:t>
            </a:r>
          </a:p>
          <a:p>
            <a:r>
              <a:t>• Missing skills</a:t>
            </a:r>
          </a:p>
          <a:p>
            <a:r>
              <a:t>• Candidate 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Advantages: fast, simple, explainable, low-cost</a:t>
            </a:r>
          </a:p>
          <a:p>
            <a:r>
              <a:t>Limitations: predefined skill vocabulary, limited semantic understanding, scanned PDFs may need OCR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Sentence embeddings</a:t>
            </a:r>
          </a:p>
          <a:p>
            <a:r>
              <a:t>• OCR</a:t>
            </a:r>
          </a:p>
          <a:p>
            <a:r>
              <a:t>• Multiple resume uploads</a:t>
            </a:r>
          </a:p>
          <a:p>
            <a:r>
              <a:t>• Recruiter login</a:t>
            </a:r>
          </a:p>
          <a:p>
            <a:r>
              <a:t>• Dashboard and analytics</a:t>
            </a:r>
          </a:p>
          <a:p>
            <a:r>
              <a:t>• MySQL/PostgreSQL</a:t>
            </a:r>
          </a:p>
          <a:p>
            <a:r>
              <a:t>• AI candidate summaries</a:t>
            </a:r>
          </a:p>
          <a:p>
            <a:r>
              <a:t>• Excel/PDF reports</a:t>
            </a:r>
          </a:p>
          <a:p>
            <a:r>
              <a:t>• Cloud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a practical use of AI and NLP for recruitment. It automates first-level screening while keeping the final hiring decision with the recruiter.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